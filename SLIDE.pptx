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Human Reward Model — Track 3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  Does the demo succeed? Ask the VLM's logits, not its words.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DELIVERABLES — ALL THREE, ALL RUNNING (MODAL RUN)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9494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3949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Track 3 asks for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We ship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Tagged episodes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success/failure per episode from per-frame p(goal state) read from Qwen3-VL / Cosmos-Reason2 / PaliGemma logits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Confidence meter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the p(done) curve itself, rendered as a video per episode (bar + sparkline)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Prevalence audit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SAM 3 cup-in-saucer test on 50 human clips → 28% failure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06324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LABELLED ROBOT SLICE — 20 EPISODES, 10 / 10</a:t>
            </a:r>
          </a:p>
        </p:txBody>
      </p:sp>
      <p:pic>
        <p:nvPicPr>
          <p:cNvPr id="6" name="Picture 5" descr="eva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83280"/>
            <a:ext cx="2331720" cy="2331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71800" y="3429000"/>
          <a:ext cx="4434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731520"/>
                <a:gridCol w="91440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Acc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AUROC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VLM p(done), last quarter (Qwen3-VL-8B)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1111"/>
                          </a:solidFill>
                        </a:rPr>
                        <a:t>0.83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SAM 3 cup-in-saucer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0.64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Fused + gripper veto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0.74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971800" y="4709160"/>
            <a:ext cx="44348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No training. No new labels. Same critic then run on human egocentric video with only the prompts changed.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UNLABELLED HUMAN VIDEO — THREE VLM LINEAGES, ONE CODE PATH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6172200"/>
          <a:ext cx="694944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188720"/>
                <a:gridCol w="1371600"/>
                <a:gridCol w="91440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Qwen3-VL-8B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PaliGemma2-3B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Cosmos-Reason2-8B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55555"/>
                          </a:solidFill>
                        </a:rPr>
                        <a:t>SAM 3</a:t>
                      </a:r>
                    </a:p>
                  </a:txBody>
                  <a:tcPr marL="54864" marR="54864" marT="27432" marB="27432">
                    <a:solidFill>
                      <a:srgbClr val="F7F9FC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cup50 short clips (n=8, end of clip)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8/9 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3/8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7/8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11111"/>
                          </a:solidFill>
                        </a:rPr>
                        <a:t>36/50 → 28% 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aria 2-min egocentric (n=8, peak)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8/8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8/8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6/8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11111"/>
                          </a:solidFill>
                        </a:rPr>
                        <a:t>2/5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63840" y="105156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JUDGING CRITERIA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371600"/>
            <a:ext cx="3017520" cy="1874519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417320"/>
            <a:ext cx="29260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11111"/>
                </a:solidFill>
                <a:latin typeface="Calibri"/>
              </a:rPr>
              <a:t>✅ Does it run?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Every number here came out of a modal run in the repo today: 5 Modal apps, 3 datasets, 3 VLMs, 50 + 20 + 20 episodes. Overlay &amp; meter videos in demo/; graphs, ROC, per-episode verdicts regenerated by one script in results/.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18520" y="1371600"/>
            <a:ext cx="3017520" cy="1874519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0" y="1417320"/>
            <a:ext cx="292608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11111"/>
                </a:solidFill>
                <a:latin typeface="Calibri"/>
              </a:rPr>
              <a:t>✅ Is it defensible?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Every choice has a check behind it: gripper polarity verified on the wrist cam; arm frames verified by projecting onto the image; the model's actual top-5 tokens logged on every trace; thresholds fixed at 0.5, AUROC threshold-free; both scoring windows shown for every set.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42900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82C4"/>
                </a:solidFill>
                <a:latin typeface="Calibri"/>
              </a:rPr>
              <a:t>WHAT WE LEARNED (AND CAN PROVE)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749039"/>
            <a:ext cx="630936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1. Ask about the goal state, not "was the task completed?"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The latter is unanswerable from one frame — p(yes) sat at 10⁻⁴ everywhere while the ranking still worked (AUROC 0.73 → 0.83 after the fix). Only visible because we read logits: 0.49 and 0.02 both print "No".</a:t>
            </a:r>
          </a:p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2. Robot failures here are not drops.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Zero gripper slips across all 10 failures; hesitation — off-hand speed, dominant-arm path length — separates the classes. Geometry flags, VLM adjudicates.</a:t>
            </a:r>
          </a:p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3. The scoring window must match the video.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End-of-clip for short demos; peak for long egocentric footage where the person looks away after placing the cup. The same statistic over-calls success on eva (17/20) — so it's a per-dataset choice, stated, both counts shown.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6172200"/>
            <a:ext cx="6309360" cy="1234440"/>
          </a:xfrm>
          <a:prstGeom prst="rect">
            <a:avLst/>
          </a:prstGeom>
          <a:solidFill>
            <a:srgbClr val="FAFAFA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6217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Why it scales to the prevalence problem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Geometric track is CPU — the whole slice in seconds. SAM 3 is text-prompted from the task description, so no per-episode human seeding. VLM is one batched forward pass per sampled frame. A full-dataset sweep is a .map() with per-stage GPUs — many cheap ones for SAM 3, a few big ones for the critic.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76352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55555"/>
                </a:solidFill>
                <a:latin typeface="Consolas"/>
              </a:rPr>
              <a:t>github.com/AungKMin/modal-robotics-hackathon  ·  README → results/ → demo/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76352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SAM 3 · Qwen3-VL-8B · Cosmos-Reason2-8B · PaliGemma 2 · 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